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2416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2416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2416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416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416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2416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416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416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63624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63624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63624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63624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63624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63624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63624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63624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63624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63624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84832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84832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84832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84832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84832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84832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84832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84832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84832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84832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06040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06040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06040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06040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06040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06040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06040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06040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06040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06040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27248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27248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27248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27248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27248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27248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27248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127248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27248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27248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48456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48456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48456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48456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48456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48456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48456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48456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48456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48456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69664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169664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69664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169664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69664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69664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69664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69664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9664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69664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690872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690872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690872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90872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690872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690872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690872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690872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690872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690872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212080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212080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212080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212080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212080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12080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212080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212080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212080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212080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733288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733288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33288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733288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733288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733288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33288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733288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733288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733288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254496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254496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254496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254496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254496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54496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254496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254496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254496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254496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775704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775704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775704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775704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75704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75704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775704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775704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75704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75704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296912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296912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296912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296912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296912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296912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296912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296912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296912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296912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818120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818120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818120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818120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818120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818120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818120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818120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818120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818120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339328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339328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339328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339328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339328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339328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339328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339328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39328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339328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860536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860536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860536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860536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860536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860536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860536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860536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860536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860536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-1371600" y="-457200"/>
            <a:ext cx="4572000" cy="3657600"/>
          </a:xfrm>
          <a:prstGeom prst="ellipse">
            <a:avLst/>
          </a:prstGeom>
          <a:solidFill>
            <a:srgbClr val="1A56DB">
              <a:alpha val="28000"/>
            </a:srgbClr>
          </a:solidFill>
          <a:ln w="12700">
            <a:solidFill>
              <a:srgbClr val="1A56DB">
                <a:alpha val="2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400800" y="2286000"/>
            <a:ext cx="3657600" cy="320040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02920" y="3474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A56D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02920" y="347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</a:t>
            </a:r>
            <a:endParaRPr lang="en-US" sz="1800" dirty="0"/>
          </a:p>
        </p:txBody>
      </p:sp>
      <p:sp>
        <p:nvSpPr>
          <p:cNvPr id="187" name="Text 185"/>
          <p:cNvSpPr/>
          <p:nvPr/>
        </p:nvSpPr>
        <p:spPr>
          <a:xfrm>
            <a:off x="1261872" y="4023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Academy</a:t>
            </a:r>
            <a:endParaRPr lang="en-US" sz="1400" dirty="0"/>
          </a:p>
        </p:txBody>
      </p:sp>
      <p:sp>
        <p:nvSpPr>
          <p:cNvPr id="188" name="Text 186"/>
          <p:cNvSpPr/>
          <p:nvPr/>
        </p:nvSpPr>
        <p:spPr>
          <a:xfrm>
            <a:off x="1261872" y="694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Sirdaryo</a:t>
            </a:r>
            <a:endParaRPr lang="en-US" sz="1100" dirty="0"/>
          </a:p>
        </p:txBody>
      </p:sp>
      <p:sp>
        <p:nvSpPr>
          <p:cNvPr id="189" name="Shape 187"/>
          <p:cNvSpPr/>
          <p:nvPr/>
        </p:nvSpPr>
        <p:spPr>
          <a:xfrm>
            <a:off x="502920" y="1417320"/>
            <a:ext cx="2926080" cy="320040"/>
          </a:xfrm>
          <a:prstGeom prst="roundRect">
            <a:avLst>
              <a:gd name="adj" fmla="val 51429"/>
            </a:avLst>
          </a:prstGeom>
          <a:solidFill>
            <a:srgbClr val="1A56DB">
              <a:alpha val="25000"/>
            </a:srgbClr>
          </a:solidFill>
          <a:ln w="12700">
            <a:solidFill>
              <a:srgbClr val="1A56DB">
                <a:alpha val="70000"/>
              </a:srgbClr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50292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5F3FC"/>
                </a:solidFill>
              </a:rPr>
              <a:t>IT-Park Sirdaryo Viloyati Filiali</a:t>
            </a:r>
            <a:endParaRPr lang="en-US" sz="900" dirty="0"/>
          </a:p>
        </p:txBody>
      </p:sp>
      <p:sp>
        <p:nvSpPr>
          <p:cNvPr id="191" name="Text 189"/>
          <p:cNvSpPr/>
          <p:nvPr/>
        </p:nvSpPr>
        <p:spPr>
          <a:xfrm>
            <a:off x="502920" y="18288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Kelajak shu yerdan
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A5F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 hozir boshlanadi</a:t>
            </a:r>
            <a:endParaRPr lang="en-US" sz="4400" dirty="0"/>
          </a:p>
        </p:txBody>
      </p:sp>
      <p:sp>
        <p:nvSpPr>
          <p:cNvPr id="192" name="Text 190"/>
          <p:cNvSpPr/>
          <p:nvPr/>
        </p:nvSpPr>
        <p:spPr>
          <a:xfrm>
            <a:off x="502920" y="35661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Sirdaryo shahrining yetakchi IT o'quv markazi — dasturlash, dizayn, kiberxavfsizlik va sun'iy intellekt bo'yicha professional ta'lim.</a:t>
            </a:r>
            <a:endParaRPr lang="en-US" sz="1300" dirty="0"/>
          </a:p>
        </p:txBody>
      </p:sp>
      <p:sp>
        <p:nvSpPr>
          <p:cNvPr id="193" name="Shape 191"/>
          <p:cNvSpPr/>
          <p:nvPr/>
        </p:nvSpPr>
        <p:spPr>
          <a:xfrm>
            <a:off x="6858000" y="457200"/>
            <a:ext cx="1965960" cy="42062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858000" y="457200"/>
            <a:ext cx="1965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949440" y="685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 = {</a:t>
            </a:r>
            <a:endParaRPr lang="en-US" sz="900" dirty="0"/>
          </a:p>
        </p:txBody>
      </p:sp>
      <p:sp>
        <p:nvSpPr>
          <p:cNvPr id="196" name="Text 194"/>
          <p:cNvSpPr/>
          <p:nvPr/>
        </p:nvSpPr>
        <p:spPr>
          <a:xfrm>
            <a:off x="6949440" y="11247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'Digital'</a:t>
            </a:r>
            <a:endParaRPr lang="en-US" sz="900" dirty="0"/>
          </a:p>
        </p:txBody>
      </p:sp>
      <p:sp>
        <p:nvSpPr>
          <p:cNvPr id="197" name="Text 195"/>
          <p:cNvSpPr/>
          <p:nvPr/>
        </p:nvSpPr>
        <p:spPr>
          <a:xfrm>
            <a:off x="6949440" y="15636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city: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'Sirdaryo'</a:t>
            </a:r>
            <a:endParaRPr lang="en-US" sz="900" dirty="0"/>
          </a:p>
        </p:txBody>
      </p:sp>
      <p:sp>
        <p:nvSpPr>
          <p:cNvPr id="198" name="Text 196"/>
          <p:cNvSpPr/>
          <p:nvPr/>
        </p:nvSpPr>
        <p:spPr>
          <a:xfrm>
            <a:off x="6949440" y="20025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since: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2020</a:t>
            </a:r>
            <a:endParaRPr lang="en-US" sz="900" dirty="0"/>
          </a:p>
        </p:txBody>
      </p:sp>
      <p:sp>
        <p:nvSpPr>
          <p:cNvPr id="199" name="Text 197"/>
          <p:cNvSpPr/>
          <p:nvPr/>
        </p:nvSpPr>
        <p:spPr>
          <a:xfrm>
            <a:off x="6949440" y="24414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students: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2500</a:t>
            </a:r>
            <a:endParaRPr lang="en-US" sz="900" dirty="0"/>
          </a:p>
        </p:txBody>
      </p:sp>
      <p:sp>
        <p:nvSpPr>
          <p:cNvPr id="200" name="Text 198"/>
          <p:cNvSpPr/>
          <p:nvPr/>
        </p:nvSpPr>
        <p:spPr>
          <a:xfrm>
            <a:off x="6949440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0" y="4572000"/>
            <a:ext cx="9144000" cy="36576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57200" y="46451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Yillik tajriba</a:t>
            </a:r>
            <a:endParaRPr lang="en-US" sz="1100" dirty="0"/>
          </a:p>
        </p:txBody>
      </p:sp>
      <p:sp>
        <p:nvSpPr>
          <p:cNvPr id="204" name="Text 202"/>
          <p:cNvSpPr/>
          <p:nvPr/>
        </p:nvSpPr>
        <p:spPr>
          <a:xfrm>
            <a:off x="2651760" y="46451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2500+ Shogirtlar</a:t>
            </a:r>
            <a:endParaRPr lang="en-US" sz="1100" dirty="0"/>
          </a:p>
        </p:txBody>
      </p:sp>
      <p:sp>
        <p:nvSpPr>
          <p:cNvPr id="205" name="Text 203"/>
          <p:cNvSpPr/>
          <p:nvPr/>
        </p:nvSpPr>
        <p:spPr>
          <a:xfrm>
            <a:off x="4846320" y="46451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Mamnun mijozlar</a:t>
            </a:r>
            <a:endParaRPr lang="en-US" sz="1100" dirty="0"/>
          </a:p>
        </p:txBody>
      </p:sp>
      <p:sp>
        <p:nvSpPr>
          <p:cNvPr id="206" name="Text 204"/>
          <p:cNvSpPr/>
          <p:nvPr/>
        </p:nvSpPr>
        <p:spPr>
          <a:xfrm>
            <a:off x="7040880" y="46451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Loyihalar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HAQIMIZDA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84124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Academy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Sirdaryo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2148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Sirdaryo shahrining yetakchi IT o'quv markazi sifatida 2020-yildan buyon faoliyat olib boramiz. Har bir o'quvchining kasbiy rivojlanishiga sarmoya qilamiz.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3429000"/>
            <a:ext cx="3291840" cy="45720"/>
          </a:xfrm>
          <a:prstGeom prst="rect">
            <a:avLst/>
          </a:prstGeom>
          <a:solidFill>
            <a:srgbClr val="1A56DB">
              <a:alpha val="50000"/>
            </a:srgbClr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584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Sirdaryo Biznes-Akselerator, 2-qavat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39959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+998 94 142 24 44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44074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digitalacademysirdaryo.uz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457200"/>
            <a:ext cx="2194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457200"/>
            <a:ext cx="21945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777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2500+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160520" y="1572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Shogirtlar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457200"/>
            <a:ext cx="2194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457200"/>
            <a:ext cx="21945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777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4+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629400" y="1572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Yillik tajriba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2651760"/>
            <a:ext cx="2194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60520" y="2651760"/>
            <a:ext cx="21945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160520" y="37673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Mamnun mijozlar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2651760"/>
            <a:ext cx="2194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9400" y="2651760"/>
            <a:ext cx="21945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6629400" y="37673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47274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IT-Park Sirdaryo Viloyati Filiali • 2020-yildan buyon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1A56DB">
              <a:alpha val="50000"/>
            </a:srgbClr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BIZNING IT KURSLARIMIZ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O'zbekistonning zamonaviy IT ta'lim dasturlari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01168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" y="20848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Veb-dasturlash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514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JS, React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41448" y="1280160"/>
            <a:ext cx="201168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1448" y="128016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1371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32888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14600" y="20848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 &amp; Mobilografiya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2514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va SMM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1280160"/>
            <a:ext cx="201168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28016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1371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00016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81728" y="20848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81728" y="2514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Neural Net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75704" y="1280160"/>
            <a:ext cx="201168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75704" y="128016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67144" y="1371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67144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48856" y="20848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48856" y="2514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himoyasi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108960"/>
            <a:ext cx="201168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10896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2004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3456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47472" y="39136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Dizayn (UX/UI)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" y="4343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Figma, Adobe XD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41448" y="3108960"/>
            <a:ext cx="201168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1448" y="310896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32888" y="32004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532888" y="3456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🦾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514600" y="39136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Robototexnika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514600" y="4343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ROS, Python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08576" y="3108960"/>
            <a:ext cx="201168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8576" y="310896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0016" y="32004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00016" y="3456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681728" y="39136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81728" y="4343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MongoDB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75704" y="3108960"/>
            <a:ext cx="201168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75704" y="310896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67144" y="32004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67144" y="3456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848856" y="39136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Yaratish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48856" y="4343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loyihalar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TEXNOLOGIYALARIMIZ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O'quvchilarimiz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quyidagi texnologiyalarni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mukammal o'zlashtiradi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77640" y="19659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267712"/>
            <a:ext cx="3840480" cy="91440"/>
          </a:xfrm>
          <a:prstGeom prst="rect">
            <a:avLst/>
          </a:prstGeom>
          <a:solidFill>
            <a:srgbClr val="D1E0F0"/>
          </a:solidFill>
          <a:ln w="12700">
            <a:solidFill>
              <a:srgbClr val="D1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67712"/>
            <a:ext cx="3802075" cy="91440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77640" y="24231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3840480" cy="91440"/>
          </a:xfrm>
          <a:prstGeom prst="rect">
            <a:avLst/>
          </a:prstGeom>
          <a:solidFill>
            <a:srgbClr val="D1E0F0"/>
          </a:solidFill>
          <a:ln w="12700">
            <a:solidFill>
              <a:srgbClr val="D1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24912"/>
            <a:ext cx="3571646" cy="914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28803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3840480" cy="91440"/>
          </a:xfrm>
          <a:prstGeom prst="rect">
            <a:avLst/>
          </a:prstGeom>
          <a:solidFill>
            <a:srgbClr val="D1E0F0"/>
          </a:solidFill>
          <a:ln w="12700">
            <a:solidFill>
              <a:srgbClr val="D1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82112"/>
            <a:ext cx="3418027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33375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3840480" cy="91440"/>
          </a:xfrm>
          <a:prstGeom prst="rect">
            <a:avLst/>
          </a:prstGeom>
          <a:solidFill>
            <a:srgbClr val="D1E0F0"/>
          </a:solidFill>
          <a:ln w="12700">
            <a:solidFill>
              <a:srgbClr val="D1E0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39312"/>
            <a:ext cx="3264408" cy="91440"/>
          </a:xfrm>
          <a:prstGeom prst="rect">
            <a:avLst/>
          </a:prstGeom>
          <a:solidFill>
            <a:srgbClr val="4353FF"/>
          </a:solidFill>
          <a:ln w="12700">
            <a:solidFill>
              <a:srgbClr val="435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94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37947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96512"/>
            <a:ext cx="3840480" cy="91440"/>
          </a:xfrm>
          <a:prstGeom prst="rect">
            <a:avLst/>
          </a:prstGeom>
          <a:solidFill>
            <a:srgbClr val="D1E0F0"/>
          </a:solidFill>
          <a:ln w="12700">
            <a:solidFill>
              <a:srgbClr val="D1E0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96512"/>
            <a:ext cx="3072384" cy="9144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51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42519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553712"/>
            <a:ext cx="3840480" cy="91440"/>
          </a:xfrm>
          <a:prstGeom prst="rect">
            <a:avLst/>
          </a:prstGeom>
          <a:solidFill>
            <a:srgbClr val="D1E0F0"/>
          </a:solidFill>
          <a:ln w="12700">
            <a:solidFill>
              <a:srgbClr val="D1E0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53712"/>
            <a:ext cx="2995574" cy="9144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74320"/>
            <a:ext cx="4206240" cy="45720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74320"/>
            <a:ext cx="42062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754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va Ko'proq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896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Mobile, AI — hammasi bir joyda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1417320"/>
            <a:ext cx="1234440" cy="384048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417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53912" y="1417320"/>
            <a:ext cx="1234440" cy="384048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1417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07224" y="1417320"/>
            <a:ext cx="1234440" cy="384048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07224" y="1417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0600" y="2167128"/>
            <a:ext cx="1234440" cy="384048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1671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53912" y="2167128"/>
            <a:ext cx="1234440" cy="384048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53912" y="21671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507224" y="2167128"/>
            <a:ext cx="1234440" cy="384048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07224" y="21671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00600" y="2916936"/>
            <a:ext cx="1234440" cy="384048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29169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53912" y="2916936"/>
            <a:ext cx="1234440" cy="384048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53912" y="29169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XD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507224" y="2916936"/>
            <a:ext cx="1234440" cy="384048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07224" y="29169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00600" y="3666744"/>
            <a:ext cx="1234440" cy="384048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6667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53912" y="3666744"/>
            <a:ext cx="1234440" cy="384048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53912" y="36667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507224" y="3666744"/>
            <a:ext cx="1234440" cy="384048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07224" y="36667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34440"/>
            <a:ext cx="9144000" cy="45720"/>
          </a:xfrm>
          <a:prstGeom prst="rect">
            <a:avLst/>
          </a:prstGeom>
          <a:solidFill>
            <a:srgbClr val="1A56DB">
              <a:alpha val="50000"/>
            </a:srgbClr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MENTORLARIMIZ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Tajribali va fidokor jamoamiz bilan tanishing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92024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19202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4592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👨‍💻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8912" y="26517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Erkinjon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Mirzoaliyev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1645920" cy="292608"/>
          </a:xfrm>
          <a:prstGeom prst="rect">
            <a:avLst/>
          </a:prstGeom>
          <a:solidFill>
            <a:srgbClr val="1A56DB">
              <a:alpha val="28000"/>
            </a:srgbClr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83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 Mentor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3822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yillik tajriba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4133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2000+ shogirt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87168" y="1463040"/>
            <a:ext cx="192024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1463040"/>
            <a:ext cx="19202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90088" y="164592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0088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👨‍🔧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60320" y="26517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Bekmurod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Yusupov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24328" y="3383280"/>
            <a:ext cx="1645920" cy="292608"/>
          </a:xfrm>
          <a:prstGeom prst="rect">
            <a:avLst/>
          </a:prstGeom>
          <a:solidFill>
            <a:srgbClr val="1A56DB">
              <a:alpha val="28000"/>
            </a:srgbClr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3383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Dasturchi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3822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yillik tajriba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0" y="4133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08576" y="1463040"/>
            <a:ext cx="192024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1463040"/>
            <a:ext cx="19202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11496" y="164592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11496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👨‍🏫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81728" y="26517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Hasanov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Jahongir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45736" y="3383280"/>
            <a:ext cx="1645920" cy="292608"/>
          </a:xfrm>
          <a:prstGeom prst="rect">
            <a:avLst/>
          </a:prstGeom>
          <a:solidFill>
            <a:srgbClr val="1A56DB">
              <a:alpha val="28000"/>
            </a:srgbClr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3383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Mutaxassis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81728" y="3822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yillik tajriba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81728" y="4133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29984" y="1463040"/>
            <a:ext cx="192024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29984" y="1463040"/>
            <a:ext cx="19202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32904" y="164592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32904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👩‍💻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803136" y="26517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Sharipova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Nodirabegim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67144" y="3383280"/>
            <a:ext cx="1645920" cy="292608"/>
          </a:xfrm>
          <a:prstGeom prst="rect">
            <a:avLst/>
          </a:prstGeom>
          <a:solidFill>
            <a:srgbClr val="1A56DB">
              <a:alpha val="28000"/>
            </a:srgbClr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67144" y="3383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IT-Kids Mutaxassis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03136" y="3822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yillik tajriba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03136" y="4133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Bolalar uchun IT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BIZI TANLAYSIZ?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Academy Sirdaryo ustunliklari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81328"/>
            <a:ext cx="73152" cy="1508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Mashg'ulotlar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loyihalar bilan tajriba orttiring. Portfolio yaratib ish toping.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55264" y="148132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55264" y="1481328"/>
            <a:ext cx="73152" cy="1508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56432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Sertifikatlar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2560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miqyosda tan olingan sertifikatlarga tayyorlik.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63056" y="148132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481328"/>
            <a:ext cx="73152" cy="1508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64224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Mentorlik Dasturi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64224" y="2560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Tajribali mentorlar bilan shaxsiy ishlash imkoniyati.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1729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172968"/>
            <a:ext cx="73152" cy="1508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Hamkorlik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Belorussiya va Turkiya davlatlari bilan aloqa va loyihalar.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55264" y="31729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55264" y="3172968"/>
            <a:ext cx="73152" cy="1508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56432" y="3886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Topishga Yordam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56432" y="4251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Bitiruvchilarimizga IT sohasida ish topishda yordam beramiz.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63056" y="31729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3172968"/>
            <a:ext cx="73152" cy="1508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64224" y="3886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IT-Park Ichida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64224" y="4251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Sirdaryo Biznes-Akselerator binosi, 2-qavat — qulay muhit.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2416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2416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2416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416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416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2416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416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416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63624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63624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63624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63624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63624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63624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63624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63624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63624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63624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84832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84832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84832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84832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84832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84832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84832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84832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84832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84832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06040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06040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06040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06040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06040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06040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06040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06040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06040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06040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27248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27248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27248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27248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27248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27248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27248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127248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27248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27248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48456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48456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48456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48456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48456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48456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48456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48456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48456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48456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69664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169664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69664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169664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69664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69664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69664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69664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9664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69664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690872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690872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690872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90872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690872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690872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690872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690872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690872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690872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212080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212080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212080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212080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212080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12080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212080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212080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212080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212080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733288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733288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33288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733288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733288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733288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33288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733288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733288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733288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254496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254496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254496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254496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254496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54496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254496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254496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254496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254496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775704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775704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775704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775704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75704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75704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775704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775704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75704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75704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296912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296912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296912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296912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296912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296912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296912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296912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296912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296912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818120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818120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818120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818120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818120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818120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818120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818120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818120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818120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339328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339328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339328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339328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339328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339328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339328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339328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39328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339328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860536" y="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860536" y="52120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860536" y="104241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860536" y="156362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860536" y="208483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860536" y="2606040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860536" y="3127248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860536" y="3648456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860536" y="4169664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860536" y="4690872"/>
            <a:ext cx="36576" cy="36576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-914400" y="914400"/>
            <a:ext cx="4572000" cy="3657600"/>
          </a:xfrm>
          <a:prstGeom prst="ellipse">
            <a:avLst/>
          </a:prstGeom>
          <a:solidFill>
            <a:srgbClr val="1A56DB">
              <a:alpha val="30000"/>
            </a:srgbClr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400800" y="-457200"/>
            <a:ext cx="4114800" cy="3657600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22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14400" y="548640"/>
            <a:ext cx="7315200" cy="4023360"/>
          </a:xfrm>
          <a:prstGeom prst="rect">
            <a:avLst/>
          </a:prstGeom>
          <a:solidFill>
            <a:srgbClr val="0D1B3E">
              <a:alpha val="70000"/>
            </a:srgbClr>
          </a:solidFill>
          <a:ln w="12700">
            <a:solidFill>
              <a:srgbClr val="1A56DB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5" name="Shape 183"/>
          <p:cNvSpPr/>
          <p:nvPr/>
        </p:nvSpPr>
        <p:spPr>
          <a:xfrm>
            <a:off x="914400" y="548640"/>
            <a:ext cx="7315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1371600" y="777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KURSGA YOZILING!</a:t>
            </a:r>
            <a:endParaRPr lang="en-US" sz="1100" dirty="0"/>
          </a:p>
        </p:txBody>
      </p:sp>
      <p:sp>
        <p:nvSpPr>
          <p:cNvPr id="187" name="Text 185"/>
          <p:cNvSpPr/>
          <p:nvPr/>
        </p:nvSpPr>
        <p:spPr>
          <a:xfrm>
            <a:off x="1371600" y="126187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Kelajagingizni </a:t>
            </a:r>
            <a:pPr algn="ctr" indent="0" marL="0">
              <a:buNone/>
            </a:pPr>
            <a:r>
              <a:rPr lang="en-US" sz="3400" b="1" i="1" dirty="0">
                <a:solidFill>
                  <a:srgbClr val="A5F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hoziroq</a:t>
            </a:r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boshlang</a:t>
            </a:r>
            <a:endParaRPr lang="en-US" sz="3400" dirty="0"/>
          </a:p>
        </p:txBody>
      </p:sp>
      <p:sp>
        <p:nvSpPr>
          <p:cNvPr id="188" name="Shape 186"/>
          <p:cNvSpPr/>
          <p:nvPr/>
        </p:nvSpPr>
        <p:spPr>
          <a:xfrm>
            <a:off x="1051560" y="2331720"/>
            <a:ext cx="160020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51560" y="2331720"/>
            <a:ext cx="1600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051560" y="24505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91" name="Text 189"/>
          <p:cNvSpPr/>
          <p:nvPr/>
        </p:nvSpPr>
        <p:spPr>
          <a:xfrm>
            <a:off x="1124712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</a:t>
            </a:r>
            <a:endParaRPr lang="en-US" sz="850" dirty="0"/>
          </a:p>
        </p:txBody>
      </p:sp>
      <p:sp>
        <p:nvSpPr>
          <p:cNvPr id="192" name="Text 190"/>
          <p:cNvSpPr/>
          <p:nvPr/>
        </p:nvSpPr>
        <p:spPr>
          <a:xfrm>
            <a:off x="1097280" y="32369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Sirdaryo Biznes-Akselerator, 2-qavat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2807208" y="2331720"/>
            <a:ext cx="160020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807208" y="2331720"/>
            <a:ext cx="1600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807208" y="24505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96" name="Text 194"/>
          <p:cNvSpPr/>
          <p:nvPr/>
        </p:nvSpPr>
        <p:spPr>
          <a:xfrm>
            <a:off x="288036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850" dirty="0"/>
          </a:p>
        </p:txBody>
      </p:sp>
      <p:sp>
        <p:nvSpPr>
          <p:cNvPr id="197" name="Text 195"/>
          <p:cNvSpPr/>
          <p:nvPr/>
        </p:nvSpPr>
        <p:spPr>
          <a:xfrm>
            <a:off x="2852928" y="32369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+998 94 142 24 44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562856" y="2331720"/>
            <a:ext cx="160020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562856" y="2331720"/>
            <a:ext cx="1600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562856" y="24505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01" name="Text 199"/>
          <p:cNvSpPr/>
          <p:nvPr/>
        </p:nvSpPr>
        <p:spPr>
          <a:xfrm>
            <a:off x="4636008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</a:t>
            </a:r>
            <a:endParaRPr lang="en-US" sz="850" dirty="0"/>
          </a:p>
        </p:txBody>
      </p:sp>
      <p:sp>
        <p:nvSpPr>
          <p:cNvPr id="202" name="Text 200"/>
          <p:cNvSpPr/>
          <p:nvPr/>
        </p:nvSpPr>
        <p:spPr>
          <a:xfrm>
            <a:off x="4608576" y="32369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digitalacademysirdaryo.uz</a:t>
            </a:r>
            <a:endParaRPr lang="en-US" sz="850" dirty="0"/>
          </a:p>
        </p:txBody>
      </p:sp>
      <p:sp>
        <p:nvSpPr>
          <p:cNvPr id="203" name="Shape 201"/>
          <p:cNvSpPr/>
          <p:nvPr/>
        </p:nvSpPr>
        <p:spPr>
          <a:xfrm>
            <a:off x="6318504" y="2331720"/>
            <a:ext cx="160020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318504" y="2331720"/>
            <a:ext cx="1600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6318504" y="24505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206" name="Text 204"/>
          <p:cNvSpPr/>
          <p:nvPr/>
        </p:nvSpPr>
        <p:spPr>
          <a:xfrm>
            <a:off x="6391656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850" dirty="0"/>
          </a:p>
        </p:txBody>
      </p:sp>
      <p:sp>
        <p:nvSpPr>
          <p:cNvPr id="207" name="Text 205"/>
          <p:cNvSpPr/>
          <p:nvPr/>
        </p:nvSpPr>
        <p:spPr>
          <a:xfrm>
            <a:off x="6364224" y="32369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@world_of_projects_uz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57200" y="4690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Digital Academy Sirdaryo  •  Barcha huquqlar himoyalangan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Academy Sirdaryo</dc:title>
  <dc:subject>PptxGenJS Presentation</dc:subject>
  <dc:creator>Digital Academy</dc:creator>
  <cp:lastModifiedBy>Digital Academy</cp:lastModifiedBy>
  <cp:revision>1</cp:revision>
  <dcterms:created xsi:type="dcterms:W3CDTF">2026-02-16T11:11:01Z</dcterms:created>
  <dcterms:modified xsi:type="dcterms:W3CDTF">2026-02-16T11:11:01Z</dcterms:modified>
</cp:coreProperties>
</file>